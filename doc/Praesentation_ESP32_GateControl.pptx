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036" autoAdjust="0"/>
  </p:normalViewPr>
  <p:slideViewPr>
    <p:cSldViewPr snapToGrid="0" snapToObjects="1">
      <p:cViewPr varScale="1">
        <p:scale>
          <a:sx n="119" d="100"/>
          <a:sy n="119" d="100"/>
        </p:scale>
        <p:origin x="13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13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Guten Tag, wir sind Eldin und Simon aus der 4AHELS. Unser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Werkstättenprojekt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heißt ESP32 Gate Control – eine automatische Torzugangssteuerung mittels Kennzeichenerkennung. Wir zeigen euch heute wie ein Fahrzeug erkannt wird und wie ein Tor sich theoretisch automatisch öffnen würde.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Worum geht's eigentlich? Stellt euch vor: ein Fahrzeug fährt vor eine Einfahrt. Eine Kamera filmt das Kennzeichen, liest es automatisch aus, und prüft ob das Fahrzeug berechtigt ist. Wenn ja, öffnet sich das Tor – ganz ohne Knopfdruck oder Schlüssel.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Drei Schritte zusammengefasst: Kamera filmt die Einfahrt, das Kennzeichen wird erkannt, und bei Berechtigung würde das Tor sich öffnen.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 System besteht aus zwei Hauptteilen.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Erstens: die Hardware, ein ESP32-CAM. Das ist ein kleiner Mikrocontroller mit eingebauter Kamera und WLAN. Er filmt die Einfahrt und sendet das Bild als Stream übers Netzwerk.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Zweitens: die Software, ein Flask-Backend in Python. Das läuft auf einem normalen Computer, empfängt die Kamerabilder vom ESP32, erkennt das Kennzeichen mit künstlicher Intelligenz, und verwaltet eine Datenbank mit erlaubten Kennzeichen.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beiden reden über WLAN miteinander.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 seht ihr den kompletten Ablauf in neun Schritten – von der Kamera bis zum fertigen Ergebnis. Wir gehen die jetzt im Detail durch.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Kurz zusammengefasst: links sieht man wie der Stream ankommt und verarbeitet wird, in der Mitte die Texterkennung mit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und am Ende die Entscheidung – Tor öffnet sich oder bleibt zu. Jeder einzelne Schritt wird gleich genauer erklärt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Schritt eins: die Kamera selbst. Der ESP32 filmt durchgehend. Das Format heißt MJPEG – das bedeutet einfach viele einzelne JPEG-Bilder werden direkt hintereinander gesendet, wie ein Daumenkino.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Diese Bilder gehen über WLAN an unser Backend. Gleichzeitig kann man den Stream auch live im Browser ansehen, völlig unabhängig von der Texterkennung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Jetzt kommt der Stream beim Backend an, aber er ist erst mal nur ein langer Datenstrom – viele JPEGs aneinandergereiht. Wir müssen die einzelnen Bilder da raustrennen.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Jedes JPEG-Bild hat eine feste Start- und End-Markierung in den Bytes. Unser Code sucht nach diesen Markierungen und schneidet so jedes einzelne Bild heraus.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Sobald wir ein vollständiges Bild haben, passiert zweierlei gleichzeitig: es geht an den Browser fürs Live-Video, und es geht an den OCR-Worker zur Texterkennung.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Bevor das Bild zur KI kommt, muss es vorbereitet werden. Rohe Kamerabilder sind für Texterkennung nicht ideal – zu viel unnötige Information.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Erster Schritt: Graustufen. Wir entfernen die Farbe komplett. Farbe bringt bei Texterkennung nichts, macht das Bild aber dreimal so groß – also weg damit.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Zweiter Schritt: Größe normalisieren. Egal ob das Fahrzeug nah oder weit weg ist, wir skalieren das Bild immer auf 640 Pixel Breite. So arbeitet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immer mit der gleichen Auflösung und die Ergebnisse werden stabiler.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Weiter mit der Vorbereitung. Zwei weitere Schritte die die Erkennungsrate deutlich verbessern.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Dritter Schritt: CLAHE. Das ist ein Algorithmus der den Kontrast verbessert – aber nicht global für das ganze Bild, sondern lokal in kleinen Bereichen. Das hilft besonders wenn ein Teil des Kennzeichens im Schatten liegt und der andere in der Sonne.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Vierter Schritt: Schärfen. Wir wenden einen sogenannten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Schärfungskernel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– das ist eine kleine Matrix die über das Bild gerechnet wird und die Kanten von Buchstaben hervorhebt. Je schärfer die Buchstabenkanten, desto leichter hat es die KI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Jetzt kommt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 Spiel.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 eine fertige KI-Bibliothek für Texterkennung in Bildern – wir haben sie nicht selbst trainiert, sondern eingebunden.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bekommt unser aufbereitetes Graustufenbild und gibt eine Liste zurück: erkannter Text, Position im Bild, und ein Konfidenzwert zwischen 0 und 1. 1 bedeutet 100% sicher, 0 bedeutet totale Unsicherheit.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schränken ein: nur Buchstaben A bis Z und Ziffern 0 bis 9 sind erlaubt – Sonderzeichen und Kleinbuchstaben werden ignoriert. Alles unter 40% Konfidenz wird sofort verworfen, weil es wahrscheinlich Rauschen ist.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liefert uns Text – aber noch nicht sauber. Zwei Probleme müssen gelöst werden.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 eins: das Wappen. Österreichische Kennzeichen haben an dritter Stelle ein kleines Wappensymbol.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liest das als Zeichen – also bekommt man statt WRAB123 sowas wie WR♦AB123. Lösung: wir entfernen automatisch immer das dritte Zeichen.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 zwei: falsches Format. Manchmal erkennt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im Hintergrund, auf Schildern, oder überall sonst. Deshalb prüfen wir: am Anfang müssen 1 bis 3 Buchstaben stehen, die Gesamtlänge muss zwischen 5 und 9 Zeichen sein. Alles was nicht passt fliegt raus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haben jetzt einen erkannten Text der das richtige Format hat. Aber reicht ein einziges Ergebnis zur Bestätigung? Nein – und zwar aus einem einfachen Grund: das Fahrzeug fährt.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Frame kann unscharf sein.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kann einmal WR-AB123 lesen und beim nächsten Frame WR-AB124. Ein einzelnes Ergebnis ist nicht zuverlässig genug um ein Tor zu öffnen.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Lösung: Voting. Wir sammeln alle Erkennungen der letzten 6 Sekunden. Erst wenn dasselbe Kennzeichen oft genug vorkommt gilt es als bestätigt. Alte Einträge werden automatisch verworfen. So braucht man mehrere übereinstimmende Erkennungen – zufällige Einzel-Fehler haben keine Chance.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bestätigte Kennzeichen geht jetzt an die Datenbank. Wir verwenden SQLite – das ist eine einfache Datenbank die komplett in einer einzigen Datei lebt, kein extra Server nötig.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der Tabelle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plates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steht die Whitelist – also alle Kennzeichen die Zugang haben. Der Vergleich ignoriert Bindestriche und Leerzeichen, weil Kennzeichen verschieden geschrieben werden können. WR-AB 123 und WRAB123 gelten als identisch.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Egal was rauskommt – erlaubt oder nicht – jeder Versuch wird in der logs-Tabelle gespeichert. Kennzeichen, Ergebnis, Konfidenz, Zeitstempel. Vollständiges Protokoll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Kennzeichen ist in der Whitelist. Was passiert jetzt?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Backend schickt eine HTTP-Anfrage an den ESP32: GET /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toggle_gate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Der ESP32 würde daraufhin das Relais für 500 Millisekunden aktivieren – das wäre der Impuls der ein echtes Tor oder eine Schranke öffnen würde.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Wichtig: bei uns ist das Relais nur softwareseitig implementiert. Der Code ist fertig, ein physisches Relais haben wir nicht angeschlossen – das wäre der nächste Schritt in der Praxis.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Gleichzeitig: 30 Sekunden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Cooldown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Dasselbe Kennzeichen kann nicht sofort wieder auslösen. Und der Browser bekommt sofort ein grünes Signal via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Kennzeichen ist nicht in der Whitelist. Hier ist die Antwort einfach: es passiert nichts.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Kein Signal an den ESP32, kein Relay, kein Torimpuls. Das System tut bewusst nichts.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Aber: der Versuch wird trotzdem vollständig protokolliert. Man kann also später nachschauen wer versucht hat reinzukommen und abgelehnt wurde. Der Browser bekommt sofort ein rotes Signal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Dashboard ist die Benutzeroberfläche des ganzen Systems – läuft einfach im Browser, kein extra Programm nötig.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zeigt in Echtzeit: das Live-Kamerabild direkt vom ESP32, das gerade erkannte Kennzeichen mit Konfidenzwert, und ob der Zugang gewährt oder verweigert wurde – grün oder rot.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Echtzeit-Verbindung läuft über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 ist eine dauerhafte Verbindung zwischen Browser und Server – der Server kann jederzeit von sich aus Daten schicken, ohne dass der Browser fragen muss. Kein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Neuladen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kein Warten, sofortige Anzeige.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Dazu gibt es noch ein Protokoll der letzten Zugriffe mit Uhrzeit, und einen Knopf zum manuellen Öffnen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Backend ist in mehrere Dateien aufgeteilt, jede hat eine klare Aufgabe.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app.py startet alles – Flask, die Routen, die Threads.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state.py ist der gemeinsame Speicher zwischen den Threads – also der aktuelle Frame, die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-Clients, die Voting-Liste.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database.py kümmert sich um die Datenbank – Whitelist lesen, Logs schreiben.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ocr.py ist die gesamte Bildverarbeitung und Kennzeichenerkennung.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routes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-Ordner enthalten die einzelnen API-Endpunkte.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 das Wichtigste: drei Threads laufen gleichzeitig. Der Webserver, der Kamera-Thread der ständig neue Bilder vom ESP32 holt, und der OCR-Worker der die Bilder verarbeitet. Ohne Threads würde alles blockieren – während die KI ein Bild analysiert könnte kein Browser mehr auf die Seite zugreifen.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Natürlich lief nicht alles glatt. Vier größere Probleme während der Entwicklung: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Erstens, unser ESP32-CAM ist kaputt gegangen – wir mussten eine neue bestellen, das hat uns drei Wochen Verzögerung gekostet.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Zweitens, die KI verwechselt manchmal ähnlich aussehende Zeichen wie 0 und O, oder 1 und I. Das haben wir durch den Voting-Mechanismus und die Format-Prüfung deutlich reduziert.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Drittens, bei schlechtem Licht hat die Erkennung schlecht funktioniert – dagegen hilft der CLAHE-Algorithmus, der den Kontrast lokal verbessert.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 viertens, ein technisches Detail: Flask hat im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-Modus unsere Threads doppelt gestartet. Das haben wir mit einer Umgebungsvariable namens WERKZEUG_RUN_MAIN gelöst</a:t>
            </a:r>
            <a:b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für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eldin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de-AT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liegt am Flask-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-Modus (bzw. dem Werkzeug-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Reloader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Wenn du 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app.run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 verwendest, startet Flask zwei Prozesse: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Elternprozess — überwacht deine Dateien auf Änderungen (Auto-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Macht selbst keine eigentliche Arbeit.</a:t>
            </a:r>
          </a:p>
          <a:p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Kindprozess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wird vom Elternprozess gestartet und bearbeitet die echten Anfragen.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Beide Prozesse führen aber die komplette app.py von oben bis unten aus — also auch den Code der die Threads startet. Ohne Schutz würdest du zwei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Camera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-Threads, zwei OCR-Worker usw. bekommen, die sich gegenseitig in die Quere kommen.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Werkzeug setzt deshalb eine Umgebungsvariable WERKZEUG_RUN_MAIN=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aber nur im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Kindprozess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Im Elternprozess ist sie nicht gesetzt. Dein Code prüft das:</a:t>
            </a:r>
          </a:p>
          <a:p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os.environ.get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('WERKZEUG_RUN_MAIN') == '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':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threading.Thread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ocr.init_ocr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=True).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threading.Thread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ocr.ocr_worker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=True).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Dadurch starten die Threads nur im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Kindprozess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einmal, nicht doppelt.</a:t>
            </a:r>
            <a:b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Wieso störts:</a:t>
            </a:r>
            <a:b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Stell dir vor du hättest zwei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Camera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-Threads gleichzeitig laufen. Beide würden versuchen, gleichzeitig auf den ESP32-Stream zuzugreifen und das globale frame-Objekt zu beschreiben — und sich dabei gegenseitig überschreiben oder blockieren.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Noch schlimmer beim OCR-Worker: zwei Worker-Threads würden gleichzeitig versuchen, dieselben Frames zu lesen und in die Datenbank zu schreiben. Das führt zu: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Doppelten Logs — derselbe Zugriff wird zweimal protokolliert</a:t>
            </a:r>
          </a:p>
          <a:p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Race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Conditions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zwei Threads greifen gleichzeitig auf dieselbe Variable zu, das Ergebnis wird unvorhersehbar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Doppelter Ressourcenverbrauch — 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wird zweimal geladen, braucht doppelt so viel RAM, und die CPU muss doppelte Arbeit machen für nichts</a:t>
            </a:r>
          </a:p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Kurz gesagt: es würde funktionieren, aber ineffizient und fehleranfällig sein — genau die Art Bug die schwer zu finden ist, weil es nicht sofort abstürzt, sondern nur komische, inkonsistente Ergebnisse liefert.</a:t>
            </a: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Zusammengefasst, was wir am Ende stehen haben: ein vollständiges System von der Hardware bis zum Web-Dashboard. Live-Video direkt im Browser. Automatische Kennzeichenerkennung mit künstlicher Intelligenz. Die Logik für automatisches Öffnen bei berechtigtem Kennzeichen ist fertig implementiert. Jeder Zugriff wird protokolliert. Und alles läuft in Echtzeit über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ohne dass man die Seite neu laden muss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 könnte man noch verbessern? Vier Ideen: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Erstens, eine echte Toranbindung – das Relais ist softwareseitig fertig, es fehlt nur noch das physische Relais und ein echtes Tor.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Zweitens, ein eigenes trainiertes OCR-Modell speziell für österreichische Kennzeichen, statt dem allgemeinen </a:t>
            </a:r>
            <a:r>
              <a:rPr lang="de-AT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EasyOCR</a:t>
            </a:r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das würde die Genauigkeit weiter erhöhen.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Drittens, eine mobile App mit Push-Benachrichtigungen bei jedem Zutrittsversuch.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A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 viertens, mehrere Kameras an verschiedenen Eingängen gleichzeitig</a:t>
            </a:r>
            <a:endParaRPr lang="de-A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tadaaaa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6583680" y="731520"/>
            <a:ext cx="2377440" cy="384048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Control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Torzugangssteuerung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mittels Kennzeichenerkennung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Eldin Mesic &amp; Simon Herejk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4AHELS · 2025/26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188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Werkstätten-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2025/26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Projekt?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2240280"/>
            <a:ext cx="502920" cy="64008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Fahrzeug fährt vor → Kamera liest das Kennzeichen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öffnet sich automatisch. Kein Knopf, kein Schlüssel.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0" y="502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Kamera filmt Einfahrt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0" y="914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sendet Live-Stream über WLAN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4297680" cy="0"/>
          </a:xfrm>
          <a:prstGeom prst="line">
            <a:avLst/>
          </a:prstGeom>
          <a:noFill/>
          <a:ln w="9525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Kennzeichen erkannt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KI-Modell (EasyOCR) liest Nummernschild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154680"/>
            <a:ext cx="4297680" cy="0"/>
          </a:xfrm>
          <a:prstGeom prst="line">
            <a:avLst/>
          </a:prstGeom>
          <a:noFill/>
          <a:ln w="9525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 öffnet sich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</a:t>
            </a: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schaltet</a:t>
            </a: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berechtigtem</a:t>
            </a: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Kennzeichen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zwei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Komponenten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886200" cy="306324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64592" cy="306324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Mikrocontroller: ESP32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81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Kamera: OV2640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655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Sendet MJPEG-Stream über WLAN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80891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Firmware: C++ / Arduino 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737360"/>
            <a:ext cx="3886200" cy="306324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4800600" y="1737360"/>
            <a:ext cx="164592" cy="306324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Flask-Backend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697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Python-Server mit Flask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081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Empfängt und analysiert Kamerabilder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4655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Kennzeichenerkennung: EasyOCR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8496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SQLite-Datenbank (Whitelist + Logs)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00719" y="2994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Verbunden über WLAN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3273552"/>
            <a:ext cx="457200" cy="0"/>
          </a:xfrm>
          <a:prstGeom prst="line">
            <a:avLst/>
          </a:prstGeom>
          <a:noFill/>
          <a:ln w="1905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Ablauf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Schritte von der Kamera bis zum offenen 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508760"/>
            <a:ext cx="804672" cy="13716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347472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ESP32-Stream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52144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1289304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1289304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9304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auslesen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93976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2231136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2231136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31136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35808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3172968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3172968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72968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77640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114800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114800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Wappen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Format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19472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5056632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5056632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56632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61304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Shape 26"/>
          <p:cNvSpPr/>
          <p:nvPr/>
        </p:nvSpPr>
        <p:spPr>
          <a:xfrm>
            <a:off x="5998464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5998464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98464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03136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6940296" y="1508760"/>
            <a:ext cx="804672" cy="13716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6940296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40296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auf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44968" y="2194560"/>
            <a:ext cx="137160" cy="0"/>
          </a:xfrm>
          <a:prstGeom prst="line">
            <a:avLst/>
          </a:prstGeom>
          <a:noFill/>
          <a:ln w="12700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Shape 34"/>
          <p:cNvSpPr/>
          <p:nvPr/>
        </p:nvSpPr>
        <p:spPr>
          <a:xfrm>
            <a:off x="7882128" y="1508760"/>
            <a:ext cx="804672" cy="13716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7882128" y="15544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882128" y="2011680"/>
            <a:ext cx="8046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154680"/>
            <a:ext cx="4206240" cy="685800"/>
          </a:xfrm>
          <a:prstGeom prst="rect">
            <a:avLst/>
          </a:prstGeom>
          <a:solidFill>
            <a:srgbClr val="E8F8EE"/>
          </a:solidFill>
          <a:ln w="12700">
            <a:solidFill>
              <a:srgbClr val="2EAE6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Text 38"/>
          <p:cNvSpPr/>
          <p:nvPr/>
        </p:nvSpPr>
        <p:spPr>
          <a:xfrm>
            <a:off x="50292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Erlaubt  →  Relais schaltet  →  Tor öffnet sich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4069080" cy="6858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2" name="Text 40"/>
          <p:cNvSpPr/>
          <p:nvPr/>
        </p:nvSpPr>
        <p:spPr>
          <a:xfrm>
            <a:off x="4910328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erlaubt  →  Tor bleibt geschlossen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ESP32-CAM sendet den Video-Stream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Kamera filmt die </a:t>
            </a:r>
            <a:r>
              <a:rPr lang="en-US" sz="14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Einfahrt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Format: MJPEG – viele JPEG-Bilder direkt hintereinander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Übertragung über WLAN an das Flask-Backend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 erreichbar unter /stream (Port 80)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Browser kann das Live-Video gleichzeitig unter /video_feed ansehen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schneidet Einzelbilder aus dem Stream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Der Datenstrom enthält viele JPEGs direkt hintereinander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Jedes JPEG beginnt mit 0xFF 0xD8 und endet mit 0xFF 0xD9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 Backend sucht diese Markierungen und schneidet jedes Bild heraus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Jedes vollständige Bild geht gleichzeitig an zwei Stellen: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Browser: Live-Video wird angezeigt (MJPEG-Restream)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OCR-Worker: Bild geht zur Kennzeichenerkennung weiter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Bildvorverarbeitung – Graustufen &amp; Größe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Warum? KI-Modelle erkennen Text auf aufbereiteten Bildern deutlich besser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Schritt A: Graustufen – Farbe ist für Texterkennung irrelevant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cv2.cvtColor(img, cv2.COLOR_BGR2GRAY)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Schritt B: Größe normalisieren – einheitlich 640 px Breite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INTER_AREA beim Verkleinern, INTER_CUBIC beim Vergrößern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Bildvorverarbeitung – Kontrast &amp; Schärfe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Schritt C: CLAHE – Contrast Limited Adaptive Histogram Equalization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Verbessert Kontrast lokal → hilft bei schlechtem Licht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clipLimit=3.0, tileGridSize=(8×8)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Schritt D: Schärfen – Buchstabenkanten hervorheben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Kernel: [[0,-1,0],[-1,5,-1],[0,-1,0]] → Ränder werden deutlicher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EasyOCR erkennt den Text im Bild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EasyOCR = vortrainiertes KI-Modell zur Texterkennung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Eingabe: aufbereitetes Graustufenbild (640 px)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Ausgabe: erkannte Texte mit Konfidenzwert 0–1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Allowlist: nur A–Z und 0–9 erlaubt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mag_ratio=1.5 → EasyOCR vergrößert intern vor der Analyse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text_threshold=0.5 → Erkennungen unter 40% werden verworfen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Wappen entfernen &amp; Format prüfen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EasyOCR liest das Wappen (3. Stelle) als Zeichen mit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Lösung: Das 3. Zeichen (Index 2) wird automatisch entfernt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Format-Prüfung: 1–3 Buchstaben am Anfang, Länge 5–9 Zeichen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75320" cy="43891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94360" y="29352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EasyOCR-Ausgabe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2935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Bereinigung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29352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8275320" cy="438912"/>
          </a:xfrm>
          <a:prstGeom prst="rect">
            <a:avLst/>
          </a:prstGeom>
          <a:solidFill>
            <a:srgbClr val="3A4F65"/>
          </a:solidFill>
          <a:ln w="12700">
            <a:solidFill>
              <a:srgbClr val="3A4F6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94360" y="3410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WR◆AB123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410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WRAB123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3410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A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gültig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31336"/>
            <a:ext cx="8275320" cy="438912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ABCDEFGH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886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0" y="3886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falsches Format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06824"/>
            <a:ext cx="8275320" cy="438912"/>
          </a:xfrm>
          <a:prstGeom prst="rect">
            <a:avLst/>
          </a:prstGeom>
          <a:solidFill>
            <a:srgbClr val="3A4F65"/>
          </a:solidFill>
          <a:ln w="12700">
            <a:solidFill>
              <a:srgbClr val="3A4F6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94360" y="43616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4361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4361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zu kurz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Voting – Mehrfach-Bestätigung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Problem: Ein einzelnes Bild reicht nicht – Fahrzeug fährt, Bild kann unscharf sein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Lösung: Erkennungen der letzten 6 Sekunden werden gesammelt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Erst wenn dasselbe Kennzeichen oft genug vorkommt → gilt als bestätigt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Alte Einträge (älter als 6 s) werden automatisch verworfen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Verhindert Fehlauslösungen durch zufällig ähnliche 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Voting-Threshold: konfigurierbar – für Demo auf 1 gesetzt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Datenbankabfrage – Ist das Kennzeichen erlaubt?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SQLite-Datenbank · Tabelle plates enthält die Whitelist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Nur Einträge mit aktiv = 1 werden berücksichtigt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Normalisierung: Bindestriche und Leerzeichen werden ignoriert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"WR-AB 123" und "WRAB123" gelten als identisch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Jeder Versuch wird in der logs-Tabelle protokolliert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(Kennzeichen · Ergebnis · Konfidenz · Zeitstempel)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E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8a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Zugang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gewährt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Backend sendet HTTP-Request an ESP32: GET /toggle_gate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ESP32 schaltet Relais → Torimpuls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Ereignis gespeichert in logs-Tabelle (Zeitstempel + Konfidenz)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 Sekunden Cooldown – verhindert sofortiges Wiederauslösen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Browser bekommt grünes Signal via WebSocket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EAE6F"/>
          </a:solidFill>
          <a:ln w="12700">
            <a:solidFill>
              <a:srgbClr val="2EAE6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94360" y="4507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öffnet sich  ·  Log gespeichert  ·  Grünes Licht im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8b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Zugang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verweigert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Kennzeichen ist nicht in der aktiven Whitelist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 Tor bleibt geschlossen – kein Relais-Signal wird gesendet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Der Versuch wird trotzdem in logs gespeichert (access_granted = False)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Browser bekommt rotes Signal via WebSocket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94360" y="4507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bleibt zu  ·  Log gespeichert  ·  Rotes Licht im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914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B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Schritt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Live-Dashboard im Browser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0"/>
          </a:xfrm>
          <a:prstGeom prst="line">
            <a:avLst/>
          </a:prstGeom>
          <a:noFill/>
          <a:ln w="9525">
            <a:solidFill>
              <a:srgbClr val="8A9BA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WebSocket-Verbindung: Server schickt Ergebnisse sofort an den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Kein Seiten-Neuladen nötig – alles passiert live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zeigt: Kennzeichen + Konfidenzwert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Grünes Signal (erlaubt) oder Rotes Signal (verweigert)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Live-Kamerabild vom ESP32 (MJPEG-Stream)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Zugriffsprotokoll der letzten Erkennungen mit Uhrzeit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Manuelles Öffnen des Tors per Knopfdruck möglich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Software-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Backend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01168" cy="347472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749808" y="2048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20482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Flask-App, WebSocket, Thread-Start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32304"/>
            <a:ext cx="201168" cy="347472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24688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Gemeinsamer Zustand: Frame, WS-Clients, Voting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201168" cy="347472"/>
          </a:xfrm>
          <a:prstGeom prst="rect">
            <a:avLst/>
          </a:prstGeom>
          <a:solidFill>
            <a:srgbClr val="38B09A"/>
          </a:solidFill>
          <a:ln w="12700">
            <a:solidFill>
              <a:srgbClr val="38B09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49808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8895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– Whitelist + Zugriffsprotokoll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201168" cy="347472"/>
          </a:xfrm>
          <a:prstGeom prst="rect">
            <a:avLst/>
          </a:prstGeom>
          <a:solidFill>
            <a:srgbClr val="45C4AC"/>
          </a:solidFill>
          <a:ln w="12700">
            <a:solidFill>
              <a:srgbClr val="45C4A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4980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3101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EasyOCR, Bildvorverarbeitung, Worker-Thread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94176"/>
            <a:ext cx="201168" cy="347472"/>
          </a:xfrm>
          <a:prstGeom prst="rect">
            <a:avLst/>
          </a:prstGeom>
          <a:solidFill>
            <a:srgbClr val="5BB5D0"/>
          </a:solidFill>
          <a:ln w="12700">
            <a:solidFill>
              <a:srgbClr val="5BB5D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749808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routes/camera.py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7307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/video_feed – MJPEG-Stream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201168" cy="347472"/>
          </a:xfrm>
          <a:prstGeom prst="rect">
            <a:avLst/>
          </a:prstGeom>
          <a:solidFill>
            <a:srgbClr val="6DC2DC"/>
          </a:solidFill>
          <a:ln w="12700">
            <a:solidFill>
              <a:srgbClr val="6DC2D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749808" y="4151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routes/plates.py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41513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Kennzeichen</a:t>
            </a: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verwalten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35424"/>
            <a:ext cx="201168" cy="347472"/>
          </a:xfrm>
          <a:prstGeom prst="rect">
            <a:avLst/>
          </a:prstGeom>
          <a:solidFill>
            <a:srgbClr val="80CFDC"/>
          </a:solidFill>
          <a:ln w="12700">
            <a:solidFill>
              <a:srgbClr val="80CFD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749808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routes/recognition.py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4572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/api/recognition/ws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Probleme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Lösungen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16459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777240" y="1344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ESP32-CAM defekt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Neue Kamera bestellt – </a:t>
            </a: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Verzögerung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6459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777240" y="2167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verwechselt 0/O, 1/I, 8/B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Voting + Format-Filter reduzieren Fehlerrate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6459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777240" y="2990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Schlechtes Licht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319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CLAHE-Algorithmus verbessert Kontrast lokal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6459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777240" y="3813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startet Threads doppelt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142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WERKZEUG_RUN_MAIN-Check verhindert Doppelstart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haben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 erreicht?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109728" cy="32004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Vollständiges System – von Hardware bis Web-Dashboard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50008"/>
            <a:ext cx="109728" cy="32004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731520" y="23500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Live-Video-Stream direkt im Browser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25496"/>
            <a:ext cx="109728" cy="32004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Kennzeichenerkennung mit KI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00394"/>
            <a:ext cx="109728" cy="32004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31520" y="330039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Zugriffe werden protokolliert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75882"/>
            <a:ext cx="109728" cy="32004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731520" y="377588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Echtzeit-Updates via WebSocket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Zukunft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Erweiterungen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1755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Echte Toranbindung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0" y="1783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an </a:t>
            </a: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echtes</a:t>
            </a: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532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Bessere OCR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Modell für höhere Erkennungsgenauigkeit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Sicherheit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Kennzeichenfälschung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8229600" cy="0"/>
          </a:xfrm>
          <a:prstGeom prst="line">
            <a:avLst/>
          </a:prstGeom>
          <a:noFill/>
          <a:ln w="9525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822960" y="36576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Danke für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eure Auf-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merksamkeit!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Eldin Mesic &amp; Simon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5AHELS · Werkstättenprojekt 2025/26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2377440" cy="384048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6583680" y="1371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E89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3124</Words>
  <Application>Microsoft Office PowerPoint</Application>
  <PresentationFormat>Bildschirmpräsentation (16:9)</PresentationFormat>
  <Paragraphs>329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Gate Control</dc:title>
  <dc:subject>PptxGenJS Presentation</dc:subject>
  <dc:creator>Eldin Mesic &amp; Simon</dc:creator>
  <cp:lastModifiedBy>Mesic Eldin</cp:lastModifiedBy>
  <cp:revision>5</cp:revision>
  <dcterms:created xsi:type="dcterms:W3CDTF">2026-06-15T07:47:40Z</dcterms:created>
  <dcterms:modified xsi:type="dcterms:W3CDTF">2026-06-16T09:07:32Z</dcterms:modified>
</cp:coreProperties>
</file>